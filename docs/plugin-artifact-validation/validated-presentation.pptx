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37edc785b14482" /><Relationship Type="http://schemas.openxmlformats.org/officeDocument/2006/relationships/extended-properties" Target="/docProps/app.xml" Id="R4eb47b1c297149ef" /><Relationship Type="http://schemas.openxmlformats.org/officeDocument/2006/relationships/officeDocument" Target="/ppt/presentation.xml" Id="R8ecf5b59fb6f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a25dbca9d4467"/>
  </p:sldMasterIdLst>
  <p:notesMasterIdLst>
    <p:notesMasterId xmlns:r="http://schemas.openxmlformats.org/officeDocument/2006/relationships" r:id="R8f80450997be43b8"/>
  </p:notesMasterIdLst>
  <p:sldIdLst>
    <p:sldId xmlns:r="http://schemas.openxmlformats.org/officeDocument/2006/relationships" id="256" r:id="R0bb3cfd060a349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1cc3f5b6dc45c4" /><Relationship Type="http://schemas.openxmlformats.org/officeDocument/2006/relationships/slideMaster" Target="/ppt/slideMasters/slideMaster1.xml" Id="R666a25dbca9d4467" /><Relationship Type="http://schemas.openxmlformats.org/officeDocument/2006/relationships/notesMaster" Target="/ppt/notesMasters/notesMaster1.xml" Id="R8f80450997be43b8" /><Relationship Type="http://schemas.openxmlformats.org/officeDocument/2006/relationships/presProps" Target="/ppt/presProps.xml" Id="R3f2125387229496e" /><Relationship Type="http://schemas.openxmlformats.org/officeDocument/2006/relationships/tableStyles" Target="/ppt/tableStyles.xml" Id="R0fcd99c119d145bd" /><Relationship Type="http://schemas.openxmlformats.org/officeDocument/2006/relationships/slide" Target="/ppt/slides/slide1.xml" Id="R0bb3cfd060a349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466a1dfbce43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ed4d0903d342d9" /><Relationship Type="http://schemas.openxmlformats.org/officeDocument/2006/relationships/notesMaster" Target="/ppt/notesMasters/notesMaster1.xml" Id="Re40935fb186d44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d1496fb04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34e52e7db34968" /><Relationship Type="http://schemas.openxmlformats.org/officeDocument/2006/relationships/slideLayout" Target="/ppt/slideLayouts/slideLayout1.xml" Id="R66a5d008ec9344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a5d008ec9344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842341306474f" /><Relationship Type="http://schemas.openxmlformats.org/officeDocument/2006/relationships/notesSlide" Target="/ppt/notesSlides/notesSlide1.xml" Id="R62e9aca1449c44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72316-F283-4BCE-99F4-78E58371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/>
              <a:t>k-Coder artifact runtime</a:t>
            </a:r>
          </a:p>
        </p:txBody>
      </p:sp>
    </p:spTree>
    <p:extLst>
      <p:ext uri="{BB962C8B-B14F-4D97-AF65-F5344CB8AC3E}">
        <p14:creationId xmlns:p14="http://schemas.microsoft.com/office/powerpoint/2010/main" val="1782456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2026-09-14T15:19:04.9700000Z</dcterms:created>
  <dcterms:modified xsi:type="dcterms:W3CDTF">2026-09-14T15:19:04.9700000Z</dcterms:modified>
</coreProperties>
</file>